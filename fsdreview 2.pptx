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102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17-04-2026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D. Ameer 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sohel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VTU30317- 23UECS2060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     Dr. Hafizur Rahman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N0:4 –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Education</a:t>
            </a:r>
            <a:endParaRPr lang="en-IN" sz="24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26CB2C-3AFC-C5EF-2B3D-2A22CA81C059}"/>
              </a:ext>
            </a:extLst>
          </p:cNvPr>
          <p:cNvSpPr txBox="1"/>
          <p:nvPr/>
        </p:nvSpPr>
        <p:spPr>
          <a:xfrm>
            <a:off x="2209800" y="1659804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  Managing campus events manually is time-consuming and inefficient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  Students often miss important event updates and registration deadlines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  Lack of a centralized platform creates confusion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  Organizers face difficulty in handling registrations and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  The system provides a digital solution for event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  It allows easy event creation, registration, and tracking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  Improves communication between students and organizers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  Enhances overall campus engagement and efficiency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2A045D-F04E-BE7B-AD24-8B494A7AD4D6}"/>
              </a:ext>
            </a:extLst>
          </p:cNvPr>
          <p:cNvSpPr txBox="1"/>
          <p:nvPr/>
        </p:nvSpPr>
        <p:spPr>
          <a:xfrm>
            <a:off x="2206526" y="1636092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Event management in colleges is mostly manual or poorly organized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Students do not receive timely information about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No single platform to view and manage all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Registration process is slow and error-prone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Organizers struggle to manage participant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Communication gaps lead to missed opportunities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Data is not stored properly for future reference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Need for an automated, reliable, and centralized system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6526" y="1599299"/>
            <a:ext cx="150823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GB" sz="2800"/>
              <a:t>To design and develop a Smart Campus Event Management System</a:t>
            </a:r>
          </a:p>
          <a:p>
            <a:pPr marL="457200" indent="-457200">
              <a:buFontTx/>
              <a:buChar char="-"/>
            </a:pPr>
            <a:r>
              <a:rPr lang="en-GB" sz="2800"/>
              <a:t>To implement an automated platform for event registration and management</a:t>
            </a: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GB" sz="2800" dirty="0"/>
              <a:t>Provides a centralized platform for all campus events</a:t>
            </a:r>
          </a:p>
          <a:p>
            <a:pPr marL="457200" indent="-457200">
              <a:buFontTx/>
              <a:buChar char="-"/>
            </a:pPr>
            <a:r>
              <a:rPr lang="en-GB" sz="2800" dirty="0"/>
              <a:t>Allows students to view and register for events online</a:t>
            </a:r>
          </a:p>
          <a:p>
            <a:pPr marL="457200" indent="-457200">
              <a:buFontTx/>
              <a:buChar char="-"/>
            </a:pPr>
            <a:r>
              <a:rPr lang="en-GB" sz="2800" dirty="0"/>
              <a:t>Enables organizers to create and manage events easily</a:t>
            </a:r>
          </a:p>
          <a:p>
            <a:pPr marL="457200" indent="-457200">
              <a:buFontTx/>
              <a:buChar char="-"/>
            </a:pPr>
            <a:r>
              <a:rPr lang="en-GB" sz="2800" dirty="0"/>
              <a:t>Sends notifications and updates to users</a:t>
            </a:r>
          </a:p>
          <a:p>
            <a:pPr marL="457200" indent="-457200">
              <a:buFontTx/>
              <a:buChar char="-"/>
            </a:pPr>
            <a:r>
              <a:rPr lang="en-GB" sz="2800" dirty="0"/>
              <a:t>Maintains event records in a structured database</a:t>
            </a:r>
          </a:p>
          <a:p>
            <a:pPr marL="457200" indent="-457200">
              <a:buFontTx/>
              <a:buChar char="-"/>
            </a:pPr>
            <a:r>
              <a:rPr lang="en-GB" sz="2800" dirty="0"/>
              <a:t>Reduces manual work and paperwork</a:t>
            </a:r>
          </a:p>
          <a:p>
            <a:pPr marL="457200" indent="-457200">
              <a:buFontTx/>
              <a:buChar char="-"/>
            </a:pPr>
            <a:r>
              <a:rPr lang="en-GB" sz="2800" dirty="0"/>
              <a:t>Improves communication between students and organizers</a:t>
            </a:r>
          </a:p>
          <a:p>
            <a:pPr marL="457200" indent="-457200">
              <a:buFontTx/>
              <a:buChar char="-"/>
            </a:pPr>
            <a:r>
              <a:rPr lang="en-GB" sz="2800" dirty="0"/>
              <a:t>Provides user-friendly interface for easy access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263881-FDE0-F1E4-1B03-252CB1FD4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714500"/>
            <a:ext cx="14630400" cy="830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3395" y="1626609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EE104F-35BE-31C2-16C3-BF2ED42AF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146934"/>
            <a:ext cx="14630400" cy="8873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Frontend:</a:t>
            </a:r>
          </a:p>
          <a:p>
            <a:r>
              <a:rPr lang="en-IN" sz="2800" b="1" dirty="0"/>
              <a:t>  </a:t>
            </a:r>
            <a:r>
              <a:rPr lang="en-IN" sz="2800" dirty="0"/>
              <a:t>HTML, CSS, JavaScript</a:t>
            </a:r>
          </a:p>
          <a:p>
            <a:endParaRPr lang="en-IN" sz="2800" dirty="0"/>
          </a:p>
          <a:p>
            <a:r>
              <a:rPr lang="en-IN" sz="2800" b="1" dirty="0"/>
              <a:t>Backend:</a:t>
            </a:r>
          </a:p>
          <a:p>
            <a:r>
              <a:rPr lang="en-IN" sz="2800" b="1" dirty="0"/>
              <a:t> </a:t>
            </a:r>
            <a:r>
              <a:rPr lang="en-IN" sz="2800" dirty="0"/>
              <a:t>Java (Servlets/JSP)</a:t>
            </a:r>
          </a:p>
          <a:p>
            <a:endParaRPr lang="en-IN" sz="2800" dirty="0"/>
          </a:p>
          <a:p>
            <a:r>
              <a:rPr lang="en-IN" sz="2800" b="1" dirty="0"/>
              <a:t>Database: </a:t>
            </a:r>
          </a:p>
          <a:p>
            <a:r>
              <a:rPr lang="en-IN" sz="2800" dirty="0"/>
              <a:t>  MySQL</a:t>
            </a:r>
          </a:p>
          <a:p>
            <a:endParaRPr lang="en-IN" sz="2800" dirty="0"/>
          </a:p>
          <a:p>
            <a:r>
              <a:rPr lang="en-IN" sz="2800" b="1" dirty="0"/>
              <a:t>Tools:</a:t>
            </a:r>
          </a:p>
          <a:p>
            <a:r>
              <a:rPr lang="en-IN" sz="2800" b="1" dirty="0"/>
              <a:t> </a:t>
            </a:r>
            <a:r>
              <a:rPr lang="en-IN" sz="2800" dirty="0"/>
              <a:t>Eclipse IDE, Apache Tomcat</a:t>
            </a:r>
          </a:p>
          <a:p>
            <a:endParaRPr lang="en-IN" sz="2800" dirty="0"/>
          </a:p>
          <a:p>
            <a:r>
              <a:rPr lang="en-IN" sz="2800" b="1" dirty="0"/>
              <a:t>Hardware/Software Requirements</a:t>
            </a:r>
            <a:r>
              <a:rPr lang="en-IN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Computer with minimum 4GB 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Java JDK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Web browser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690447" y="1695376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Module 1: User Management</a:t>
            </a:r>
          </a:p>
          <a:p>
            <a:r>
              <a:rPr lang="en-GB" sz="2800" dirty="0"/>
              <a:t>     Handles user registration, login, and authentication.</a:t>
            </a:r>
          </a:p>
          <a:p>
            <a:endParaRPr lang="en-GB" sz="2800" b="1" dirty="0"/>
          </a:p>
          <a:p>
            <a:r>
              <a:rPr lang="en-GB" sz="2800" b="1" dirty="0"/>
              <a:t>Module 2: Event Management</a:t>
            </a:r>
            <a:br>
              <a:rPr lang="en-GB" sz="2800" dirty="0"/>
            </a:br>
            <a:r>
              <a:rPr lang="en-GB" sz="2800" dirty="0"/>
              <a:t>     Allows creation, updating, and deletion of events.</a:t>
            </a:r>
          </a:p>
          <a:p>
            <a:endParaRPr lang="en-GB" sz="2800" b="1" dirty="0"/>
          </a:p>
          <a:p>
            <a:r>
              <a:rPr lang="en-GB" sz="2800" b="1" dirty="0"/>
              <a:t>Module 3: Registration Management</a:t>
            </a:r>
            <a:br>
              <a:rPr lang="en-GB" sz="2800" dirty="0"/>
            </a:br>
            <a:r>
              <a:rPr lang="en-GB" sz="2800" dirty="0"/>
              <a:t>     Manages student registrations for events.</a:t>
            </a:r>
          </a:p>
          <a:p>
            <a:endParaRPr lang="en-GB" sz="2800" b="1" dirty="0"/>
          </a:p>
          <a:p>
            <a:r>
              <a:rPr lang="en-GB" sz="2800" b="1" dirty="0"/>
              <a:t>Module 4: Notification System</a:t>
            </a:r>
            <a:br>
              <a:rPr lang="en-GB" sz="2800" dirty="0"/>
            </a:br>
            <a:r>
              <a:rPr lang="en-GB" sz="2800" dirty="0"/>
              <a:t>      Sends updates and alerts to users.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15075" y="1646994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A5BBDA-45D2-4741-1070-CF8294639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647" y="1265170"/>
            <a:ext cx="16555366" cy="761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1B6DDF-65B8-03F3-8B6E-16349394F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914" y="1409699"/>
            <a:ext cx="10012172" cy="786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8E4CFF-CE87-318D-E254-302C4DA6B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265170"/>
            <a:ext cx="6291662" cy="799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B80D14-CF9A-8150-0B39-46B4C6D5B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942" y="1638300"/>
            <a:ext cx="6554115" cy="608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3931C0-1FAC-7BD9-038A-08505B4C7AED}"/>
              </a:ext>
            </a:extLst>
          </p:cNvPr>
          <p:cNvSpPr txBox="1"/>
          <p:nvPr/>
        </p:nvSpPr>
        <p:spPr>
          <a:xfrm>
            <a:off x="3276600" y="1409700"/>
            <a:ext cx="17787256" cy="867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/>
              <a:t>Advantages: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Easy to use and efficient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Centralized system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Saves time and effort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Reduces manual errors</a:t>
            </a:r>
          </a:p>
          <a:p>
            <a:endParaRPr lang="en-GB" sz="3600" dirty="0"/>
          </a:p>
          <a:p>
            <a:r>
              <a:rPr lang="en-GB" sz="3600" b="1" dirty="0"/>
              <a:t>Limitations:</a:t>
            </a:r>
            <a:endParaRPr lang="en-GB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3600" dirty="0"/>
              <a:t>   Requires internet connection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600" dirty="0"/>
              <a:t>   Initial setup cost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600" dirty="0"/>
              <a:t>   Depends on system maintenance</a:t>
            </a:r>
          </a:p>
          <a:p>
            <a:endParaRPr lang="en-GB" sz="3600" dirty="0"/>
          </a:p>
          <a:p>
            <a:endParaRPr lang="en-GB" sz="3600" dirty="0"/>
          </a:p>
          <a:p>
            <a:endParaRPr lang="en-GB" sz="3600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572</Words>
  <Application>Microsoft Office PowerPoint</Application>
  <PresentationFormat>Custom</PresentationFormat>
  <Paragraphs>300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Cambria</vt:lpstr>
      <vt:lpstr>Gotham</vt:lpstr>
      <vt:lpstr>Arial</vt:lpstr>
      <vt:lpstr>Gotham Bold Italics</vt:lpstr>
      <vt:lpstr>Times New Roman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Bhanu prakash</dc:creator>
  <cp:lastModifiedBy>Hasan Raja</cp:lastModifiedBy>
  <cp:revision>18</cp:revision>
  <dcterms:created xsi:type="dcterms:W3CDTF">2006-08-16T00:00:00Z</dcterms:created>
  <dcterms:modified xsi:type="dcterms:W3CDTF">2026-05-06T07:50:32Z</dcterms:modified>
  <dc:identifier>DAHCaYqJ9OU</dc:identifier>
</cp:coreProperties>
</file>